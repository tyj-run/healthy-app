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健康管家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Vue 3 的移动端个人健康管理应用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答辩演示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背景与目标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8620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Pinia + ECharts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 / 数据 / 个人中心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界面展示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运行截图与说明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技术亮点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8620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路由守卫 / 持久化 / 语音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274320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8072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294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总结展望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成果与未来方向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项目概述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随着人口老龄化加剧，慢性病患者需要长期规律用药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传统手动记录方式存在数据易丢失、提醒不及时等问题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亟需一款便捷、可视化的个人健康管理工具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用药管理与智能提醒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健康指标监测与可视化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个人资料管理与数据持久化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[此处插入应用首页截图]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技术架构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1463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463040" cy="3840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1463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3120" y="1005840"/>
            <a:ext cx="146304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042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构建工具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463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005840"/>
            <a:ext cx="14630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042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005840"/>
            <a:ext cx="1463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1005840"/>
            <a:ext cx="146304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042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路由管理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1005840"/>
            <a:ext cx="1463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005840"/>
            <a:ext cx="146304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042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Vue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组件库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[项目结构截图]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[核心代码截图]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核心功能 — 用药管理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286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常见药品库选择（含儿童/成人剂量智能提示）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手动输入药品，支持多种剂型（片剂/胶囊等）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多时间点提醒配置，重复周期（周一至周日）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语音提醒开关，Web Audio API 合成提示音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完整支持，localStorage 持久化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[此处插入药品管理页截图]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核心功能 — 数据可视化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286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实时心率 Canvas 圆环动画展示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 绘制心率趋势折线图（过去7天）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睡眠时长柱状图，横纵坐标合理安排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动态计算（依据身高体重）+ 分类说明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健康评分、用药完成率综合报告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[此处插入数据图表页截图]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界面展示 — 登录与个人中心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32004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[登录页截图]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[个人中心页截图]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豆绿色渐变登录页 · 3分钟有效期 · 动态倒计时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头像上传 · Canvas 圆形裁剪 · 姓名编辑 · BMI 动态计算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技术亮点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路由守卫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直接从 localStorage 读取 token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不依赖 Pinia 内存状态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刷新后守卫依然可靠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未登录强制跳转登录页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数据持久化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所有数据写入 localStorage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刷新/关闭浏览器不丢失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Store 独立管理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异常时自动回退默认值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实时倒计时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 + setInterval 每秒更新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 computed 缓存问题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到期弹出提示不突兀退出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登录态自动清理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3931920" cy="2743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语音播报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154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 合成提示音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SpeechSynthesis 语音播报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无需外部音频文件</a:t>
            </a:r>
            <a:endParaRPr lang="en-US" sz="12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用药闹钟准时触发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总结与展望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完成移动端健康管理应用全部功能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实现用药 CRUD + 智能提醒 + 语音播报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数据可视化：心率/睡眠/血糖图表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完整的前端技术栈实践（Vue 3 全家桶）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6002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接入后端 API，实现云端数据同步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增加更多健康指标（血压、血氧等）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智能用药建议与异常预警</a:t>
            </a:r>
            <a:endParaRPr lang="en-US" sz="14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多端适配（小程序 / App）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F346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健康管家 - 答辩演示</dc:title>
  <dc:subject>PptxGenJS Presentation</dc:subject>
  <dc:creator>答辩人</dc:creator>
  <cp:lastModifiedBy>答辩人</cp:lastModifiedBy>
  <cp:revision>1</cp:revision>
  <dcterms:created xsi:type="dcterms:W3CDTF">2026-07-12T00:40:10Z</dcterms:created>
  <dcterms:modified xsi:type="dcterms:W3CDTF">2026-07-12T00:40:10Z</dcterms:modified>
</cp:coreProperties>
</file>